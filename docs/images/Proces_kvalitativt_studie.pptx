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274320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000000"/>
                </a:solidFill>
                <a:latin typeface="Arial"/>
              </a:defRPr>
            </a:pPr>
            <a:r>
              <a:rPr dirty="0" err="1"/>
              <a:t>Afklarende</a:t>
            </a:r>
            <a:br>
              <a:rPr dirty="0"/>
            </a:br>
            <a:r>
              <a:rPr dirty="0" err="1"/>
              <a:t>samtale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412748" y="1351312"/>
            <a:ext cx="141732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b="1" dirty="0"/>
              <a:t>1. Semistruktureret individuelle interviews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Årsagen til at deltage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Forhold til træning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Forventninger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Baggrund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Kontekst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Refleksioner</a:t>
            </a:r>
            <a:endParaRPr sz="1000" dirty="0"/>
          </a:p>
        </p:txBody>
      </p:sp>
      <p:sp>
        <p:nvSpPr>
          <p:cNvPr id="5" name="TextBox 4"/>
          <p:cNvSpPr txBox="1"/>
          <p:nvPr/>
        </p:nvSpPr>
        <p:spPr>
          <a:xfrm>
            <a:off x="3459549" y="1384382"/>
            <a:ext cx="2667718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b="1" dirty="0"/>
              <a:t>2. Dagbogsstyrret individuelle </a:t>
            </a:r>
            <a:r>
              <a:rPr sz="1000" b="1" dirty="0"/>
              <a:t>Interview</a:t>
            </a:r>
            <a:r>
              <a:rPr lang="da-DK" sz="1000" b="1" dirty="0"/>
              <a:t>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Praksis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Kontekst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Handlinger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Hindringer</a:t>
            </a:r>
          </a:p>
          <a:p>
            <a:pPr marL="171450" indent="-171450">
              <a:buFont typeface="Arial" panose="020B0604020202020204" pitchFamily="34" charset="0"/>
              <a:buChar char="•"/>
              <a:defRPr sz="11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Refleksioner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1504" y="1390847"/>
            <a:ext cx="182614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b="1" dirty="0"/>
              <a:t>3. </a:t>
            </a:r>
            <a:r>
              <a:rPr sz="1000" b="1" dirty="0"/>
              <a:t>Fo</a:t>
            </a:r>
            <a:r>
              <a:rPr lang="da-DK" sz="1000" b="1" dirty="0"/>
              <a:t>k</a:t>
            </a:r>
            <a:r>
              <a:rPr sz="1000" b="1" dirty="0" err="1"/>
              <a:t>usgruppe</a:t>
            </a:r>
            <a:r>
              <a:rPr lang="da-DK" sz="1000" b="1" dirty="0"/>
              <a:t> </a:t>
            </a:r>
            <a:r>
              <a:rPr sz="1000" b="1" dirty="0"/>
              <a:t>interview</a:t>
            </a:r>
            <a:endParaRPr lang="da-DK" sz="1000" b="1" dirty="0"/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Refleksioner og erfaringer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Forhold til træning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Inkluderende træning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Tilgængelighed</a:t>
            </a:r>
          </a:p>
          <a:p>
            <a:pPr algn="l">
              <a:defRPr sz="1200" b="0">
                <a:solidFill>
                  <a:srgbClr val="000000"/>
                </a:solidFill>
                <a:latin typeface="Arial"/>
              </a:defRPr>
            </a:pPr>
            <a:endParaRPr sz="1000" dirty="0"/>
          </a:p>
        </p:txBody>
      </p:sp>
      <p:cxnSp>
        <p:nvCxnSpPr>
          <p:cNvPr id="17" name="Lige pilforbindelse 16">
            <a:extLst>
              <a:ext uri="{FF2B5EF4-FFF2-40B4-BE49-F238E27FC236}">
                <a16:creationId xmlns:a16="http://schemas.microsoft.com/office/drawing/2014/main" id="{982CED72-8743-42D9-19A0-8927992BC482}"/>
              </a:ext>
            </a:extLst>
          </p:cNvPr>
          <p:cNvCxnSpPr/>
          <p:nvPr/>
        </p:nvCxnSpPr>
        <p:spPr>
          <a:xfrm flipV="1">
            <a:off x="685800" y="1357473"/>
            <a:ext cx="658368" cy="1251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Lige pilforbindelse 18">
            <a:extLst>
              <a:ext uri="{FF2B5EF4-FFF2-40B4-BE49-F238E27FC236}">
                <a16:creationId xmlns:a16="http://schemas.microsoft.com/office/drawing/2014/main" id="{E7461D88-7FD6-E307-67EC-6D7415C0C80C}"/>
              </a:ext>
            </a:extLst>
          </p:cNvPr>
          <p:cNvCxnSpPr/>
          <p:nvPr/>
        </p:nvCxnSpPr>
        <p:spPr>
          <a:xfrm>
            <a:off x="795528" y="3429000"/>
            <a:ext cx="411480" cy="8492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ktangel: afrundede hjørner 19">
            <a:extLst>
              <a:ext uri="{FF2B5EF4-FFF2-40B4-BE49-F238E27FC236}">
                <a16:creationId xmlns:a16="http://schemas.microsoft.com/office/drawing/2014/main" id="{7EE3822C-8440-6BD4-42A8-A94179F209B9}"/>
              </a:ext>
            </a:extLst>
          </p:cNvPr>
          <p:cNvSpPr/>
          <p:nvPr/>
        </p:nvSpPr>
        <p:spPr>
          <a:xfrm>
            <a:off x="2862072" y="957628"/>
            <a:ext cx="3721608" cy="30041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/>
              <a:t>Lev Livet + </a:t>
            </a:r>
            <a:r>
              <a:rPr lang="da-DK" sz="1400" dirty="0" err="1"/>
              <a:t>HiiT</a:t>
            </a:r>
            <a:endParaRPr lang="da-DK" sz="1400" dirty="0"/>
          </a:p>
        </p:txBody>
      </p:sp>
      <p:sp>
        <p:nvSpPr>
          <p:cNvPr id="21" name="Rektangel: afrundede hjørner 20">
            <a:extLst>
              <a:ext uri="{FF2B5EF4-FFF2-40B4-BE49-F238E27FC236}">
                <a16:creationId xmlns:a16="http://schemas.microsoft.com/office/drawing/2014/main" id="{7449C22B-211E-019B-E8D1-AB7F183EF084}"/>
              </a:ext>
            </a:extLst>
          </p:cNvPr>
          <p:cNvSpPr/>
          <p:nvPr/>
        </p:nvSpPr>
        <p:spPr>
          <a:xfrm>
            <a:off x="1412748" y="957627"/>
            <a:ext cx="1417320" cy="30041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/>
              <a:t>Før intervention</a:t>
            </a:r>
          </a:p>
        </p:txBody>
      </p:sp>
      <p:sp>
        <p:nvSpPr>
          <p:cNvPr id="22" name="Rektangel: afrundede hjørner 21">
            <a:extLst>
              <a:ext uri="{FF2B5EF4-FFF2-40B4-BE49-F238E27FC236}">
                <a16:creationId xmlns:a16="http://schemas.microsoft.com/office/drawing/2014/main" id="{DADA8799-9662-7A5F-9E4E-F0FA68D3BCB5}"/>
              </a:ext>
            </a:extLst>
          </p:cNvPr>
          <p:cNvSpPr/>
          <p:nvPr/>
        </p:nvSpPr>
        <p:spPr>
          <a:xfrm>
            <a:off x="6615684" y="957626"/>
            <a:ext cx="1549908" cy="3004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/>
              <a:t>Efter intervention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FD49FB7B-5E54-092C-2142-2C8DCB7610E6}"/>
              </a:ext>
            </a:extLst>
          </p:cNvPr>
          <p:cNvSpPr txBox="1"/>
          <p:nvPr/>
        </p:nvSpPr>
        <p:spPr>
          <a:xfrm>
            <a:off x="1380744" y="4006728"/>
            <a:ext cx="14173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b="1" dirty="0"/>
              <a:t>1. Semistruktureret individuelle interviews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Årsagen til fravalget</a:t>
            </a:r>
          </a:p>
          <a:p>
            <a:pPr marL="171450" indent="-171450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Forhold til træning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Baggrund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Kontekst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Refleksioner</a:t>
            </a:r>
            <a:endParaRPr sz="1000" dirty="0"/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A6AE0E99-FDEF-5404-E061-EDC8E7CD71A4}"/>
              </a:ext>
            </a:extLst>
          </p:cNvPr>
          <p:cNvSpPr txBox="1"/>
          <p:nvPr/>
        </p:nvSpPr>
        <p:spPr>
          <a:xfrm>
            <a:off x="6549500" y="4046263"/>
            <a:ext cx="2066591" cy="101566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b="1" dirty="0"/>
              <a:t>2. Struktureret telefoninterview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Refleksion over valget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Forhold til træning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Inkluderende træning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1200" b="0">
                <a:solidFill>
                  <a:srgbClr val="000000"/>
                </a:solidFill>
                <a:latin typeface="Arial"/>
              </a:defRPr>
            </a:pPr>
            <a:r>
              <a:rPr lang="da-DK" sz="1000" dirty="0"/>
              <a:t>Tilgængelighed</a:t>
            </a:r>
          </a:p>
          <a:p>
            <a:pPr algn="l">
              <a:defRPr sz="1200" b="0">
                <a:solidFill>
                  <a:srgbClr val="000000"/>
                </a:solidFill>
                <a:latin typeface="Arial"/>
              </a:defRPr>
            </a:pPr>
            <a:endParaRPr sz="1000" dirty="0"/>
          </a:p>
        </p:txBody>
      </p:sp>
      <p:sp>
        <p:nvSpPr>
          <p:cNvPr id="26" name="Rektangel: afrundede hjørner 25">
            <a:extLst>
              <a:ext uri="{FF2B5EF4-FFF2-40B4-BE49-F238E27FC236}">
                <a16:creationId xmlns:a16="http://schemas.microsoft.com/office/drawing/2014/main" id="{315F3C9A-A9A5-966A-D02C-AA029050DB91}"/>
              </a:ext>
            </a:extLst>
          </p:cNvPr>
          <p:cNvSpPr/>
          <p:nvPr/>
        </p:nvSpPr>
        <p:spPr>
          <a:xfrm>
            <a:off x="2830068" y="3613044"/>
            <a:ext cx="3721608" cy="300413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/>
              <a:t>Lev Livet</a:t>
            </a:r>
          </a:p>
        </p:txBody>
      </p:sp>
      <p:sp>
        <p:nvSpPr>
          <p:cNvPr id="27" name="Rektangel: afrundede hjørner 26">
            <a:extLst>
              <a:ext uri="{FF2B5EF4-FFF2-40B4-BE49-F238E27FC236}">
                <a16:creationId xmlns:a16="http://schemas.microsoft.com/office/drawing/2014/main" id="{AD6BC8B7-25FA-FF4F-830D-BC56320CFFED}"/>
              </a:ext>
            </a:extLst>
          </p:cNvPr>
          <p:cNvSpPr/>
          <p:nvPr/>
        </p:nvSpPr>
        <p:spPr>
          <a:xfrm>
            <a:off x="1380744" y="3613043"/>
            <a:ext cx="1417320" cy="30041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/>
              <a:t>Før intervention</a:t>
            </a:r>
          </a:p>
        </p:txBody>
      </p:sp>
      <p:sp>
        <p:nvSpPr>
          <p:cNvPr id="28" name="Rektangel: afrundede hjørner 27">
            <a:extLst>
              <a:ext uri="{FF2B5EF4-FFF2-40B4-BE49-F238E27FC236}">
                <a16:creationId xmlns:a16="http://schemas.microsoft.com/office/drawing/2014/main" id="{9873B455-D5BC-4D49-51A3-6525DB0CF3F7}"/>
              </a:ext>
            </a:extLst>
          </p:cNvPr>
          <p:cNvSpPr/>
          <p:nvPr/>
        </p:nvSpPr>
        <p:spPr>
          <a:xfrm>
            <a:off x="6583680" y="3613042"/>
            <a:ext cx="1549908" cy="300413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400" dirty="0"/>
              <a:t>Efter intervention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</Words>
  <Application>Microsoft Office PowerPoint</Application>
  <PresentationFormat>Skærmshow (4:3)</PresentationFormat>
  <Paragraphs>36</Paragraphs>
  <Slides>1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2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PowerPoint-præsentation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Jonas Munk Jensen</cp:lastModifiedBy>
  <cp:revision>3</cp:revision>
  <dcterms:created xsi:type="dcterms:W3CDTF">2013-01-27T09:14:16Z</dcterms:created>
  <dcterms:modified xsi:type="dcterms:W3CDTF">2025-10-21T13:26:59Z</dcterms:modified>
  <cp:category/>
</cp:coreProperties>
</file>